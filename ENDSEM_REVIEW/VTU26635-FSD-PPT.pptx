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3" autoAdjust="0"/>
    <p:restoredTop sz="94622" autoAdjust="0"/>
  </p:normalViewPr>
  <p:slideViewPr>
    <p:cSldViewPr>
      <p:cViewPr>
        <p:scale>
          <a:sx n="50" d="100"/>
          <a:sy n="50" d="100"/>
        </p:scale>
        <p:origin x="29"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207443"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 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360002" y="5931337"/>
            <a:ext cx="16116995"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 TICKET BOOKING WEB APPLICATION FOR TECHNICAL FEST</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 AVVARU AISHWARYA– VTU26635 – 23UECS0669</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363201" y="7818586"/>
            <a:ext cx="7496438"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Rahman-Assistant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1168808" y="6972300"/>
            <a:ext cx="15784162"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a:t>
            </a:r>
            <a:r>
              <a:rPr lang="en-US" sz="2800" dirty="0">
                <a:latin typeface="Times New Roman" panose="02020603050405020304" pitchFamily="18" charset="0"/>
                <a:cs typeface="Times New Roman" panose="02020603050405020304" pitchFamily="18" charset="0"/>
              </a:rPr>
              <a:t>Industry, Innovation and Infrastructure</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362200" y="1063532"/>
            <a:ext cx="12192000" cy="1086451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133599" y="2190513"/>
            <a:ext cx="1455420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design an application that sends OTP for booking tickets for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application  that sends Email  for booking confirmation after  successfully booking.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57399" y="1562100"/>
            <a:ext cx="14630401" cy="11726287"/>
          </a:xfrm>
          <a:prstGeom prst="rect">
            <a:avLst/>
          </a:prstGeom>
          <a:noFill/>
        </p:spPr>
        <p:txBody>
          <a:bodyPr wrap="square" rtlCol="0">
            <a:spAutoFit/>
          </a:bodyPr>
          <a:lstStyle/>
          <a:p>
            <a:pPr lvl="1"/>
            <a:r>
              <a:rPr lang="en-US" sz="2800" dirty="0"/>
              <a:t>The proposed system is a React JS-based web application for managing event ticket booking in a single platform.</a:t>
            </a:r>
          </a:p>
          <a:p>
            <a:pPr marL="914400" lvl="1"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It allows users to register, view events, and book tickets.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Admin can create and manage events.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It provides real-time ticket availability and instant booking confirmation.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system stores booking details securely and generates reports.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It reduces manual work and saves time.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It avoids mistakes in Money calculation.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62200" y="2410705"/>
            <a:ext cx="7683428" cy="9140964"/>
          </a:xfrm>
          <a:prstGeom prst="rect">
            <a:avLst/>
          </a:prstGeom>
          <a:noFill/>
        </p:spPr>
        <p:txBody>
          <a:bodyPr wrap="square" rtlCol="0">
            <a:spAutoFit/>
          </a:bodyPr>
          <a:lstStyle/>
          <a:p>
            <a:pPr algn="just"/>
            <a:r>
              <a:rPr lang="en-US" sz="2800" b="1" dirty="0"/>
              <a:t>Input: </a:t>
            </a:r>
            <a:r>
              <a:rPr lang="en-US" sz="2800" dirty="0"/>
              <a:t>The user interaction and data entered via the Web UI (HTML, CSS, JavaScript) which is then sent to the backend for processing.</a:t>
            </a:r>
          </a:p>
          <a:p>
            <a:pPr algn="just"/>
            <a:r>
              <a:rPr lang="en-US" sz="2800" b="1" dirty="0"/>
              <a:t>Processing</a:t>
            </a:r>
            <a:r>
              <a:rPr lang="en-US" sz="2800" dirty="0"/>
              <a:t>: Java backend logic that performs input validation, executes the booking service, and handles data access.</a:t>
            </a:r>
          </a:p>
          <a:p>
            <a:pPr algn="just"/>
            <a:r>
              <a:rPr lang="en-US" sz="2800" b="1" dirty="0"/>
              <a:t>Database: </a:t>
            </a:r>
            <a:r>
              <a:rPr lang="en-US" sz="2800" dirty="0"/>
              <a:t>The MySQL storage layer where application data is permanently stored .</a:t>
            </a:r>
          </a:p>
          <a:p>
            <a:pPr algn="just"/>
            <a:r>
              <a:rPr lang="en-US" sz="2800" b="1" dirty="0"/>
              <a:t>Output: </a:t>
            </a:r>
            <a:r>
              <a:rPr lang="en-US" sz="2800" dirty="0"/>
              <a:t>The confirmation or ticket generation sent back to the user or an external system after the request is successfully handled.</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A81299DD-5ECF-F26E-44B1-63FC47C3F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2568" y="1987111"/>
            <a:ext cx="5246988" cy="7086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4E087D6-2405-D056-6B86-5AE79EE57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1982349"/>
            <a:ext cx="6858000" cy="73521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300844" y="2023085"/>
            <a:ext cx="15158525" cy="12588061"/>
          </a:xfrm>
          <a:prstGeom prst="rect">
            <a:avLst/>
          </a:prstGeom>
          <a:noFill/>
        </p:spPr>
        <p:txBody>
          <a:bodyPr wrap="square" rtlCol="0">
            <a:spAutoFit/>
          </a:bodyPr>
          <a:lstStyle/>
          <a:p>
            <a:r>
              <a:rPr lang="en-US" sz="2800" b="1" dirty="0">
                <a:solidFill>
                  <a:srgbClr val="0033CC"/>
                </a:solidFill>
              </a:rPr>
              <a:t>Frontend:</a:t>
            </a:r>
          </a:p>
          <a:p>
            <a:r>
              <a:rPr lang="en-US" sz="2800" dirty="0"/>
              <a:t>1.HTML</a:t>
            </a:r>
          </a:p>
          <a:p>
            <a:r>
              <a:rPr lang="en-US" sz="2800" dirty="0"/>
              <a:t>2.CSS3</a:t>
            </a:r>
          </a:p>
          <a:p>
            <a:r>
              <a:rPr lang="en-US" sz="2800" dirty="0"/>
              <a:t>3.Javascript</a:t>
            </a:r>
          </a:p>
          <a:p>
            <a:r>
              <a:rPr lang="en-US" sz="2800" dirty="0"/>
              <a:t>4.React JS</a:t>
            </a:r>
          </a:p>
          <a:p>
            <a:endParaRPr lang="en-US" sz="2800" dirty="0"/>
          </a:p>
          <a:p>
            <a:r>
              <a:rPr lang="en-US" sz="2800" b="1" dirty="0">
                <a:solidFill>
                  <a:srgbClr val="0033CC"/>
                </a:solidFill>
              </a:rPr>
              <a:t>Backend:</a:t>
            </a:r>
          </a:p>
          <a:p>
            <a:r>
              <a:rPr lang="en-US" sz="2800" dirty="0"/>
              <a:t>1.Node </a:t>
            </a:r>
            <a:r>
              <a:rPr lang="en-US" sz="2800" dirty="0" err="1"/>
              <a:t>Js</a:t>
            </a:r>
            <a:endParaRPr lang="en-US" sz="2800" dirty="0"/>
          </a:p>
          <a:p>
            <a:endParaRPr lang="en-US" sz="2800" dirty="0"/>
          </a:p>
          <a:p>
            <a:r>
              <a:rPr lang="en-US" sz="2800" dirty="0">
                <a:solidFill>
                  <a:srgbClr val="0033CC"/>
                </a:solidFill>
              </a:rPr>
              <a:t> </a:t>
            </a:r>
            <a:r>
              <a:rPr lang="en-US" sz="2800" b="1" dirty="0">
                <a:solidFill>
                  <a:srgbClr val="0033CC"/>
                </a:solidFill>
              </a:rPr>
              <a:t>Data Base / Tools:</a:t>
            </a:r>
            <a:endParaRPr lang="en-US" sz="2800" b="1" dirty="0"/>
          </a:p>
          <a:p>
            <a:r>
              <a:rPr lang="en-US" sz="2800" dirty="0"/>
              <a:t>1.Vs code</a:t>
            </a:r>
          </a:p>
          <a:p>
            <a:endParaRPr lang="en-US" sz="2800" b="1" dirty="0"/>
          </a:p>
          <a:p>
            <a:r>
              <a:rPr lang="en-US" sz="2800" b="1" dirty="0">
                <a:solidFill>
                  <a:srgbClr val="0033CC"/>
                </a:solidFill>
              </a:rPr>
              <a:t>Software Requirements</a:t>
            </a:r>
            <a:r>
              <a:rPr lang="en-US" sz="2800" b="1" dirty="0"/>
              <a:t>:</a:t>
            </a:r>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0864513"/>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Event Management</a:t>
            </a:r>
          </a:p>
          <a:p>
            <a:r>
              <a:rPr lang="en-US" sz="2800" dirty="0"/>
              <a:t>Allows admin to create, update, and delete events and manage event details.</a:t>
            </a:r>
            <a:endParaRPr lang="en-IN" sz="2800" dirty="0"/>
          </a:p>
          <a:p>
            <a:endParaRPr lang="en-IN" sz="2800" dirty="0"/>
          </a:p>
          <a:p>
            <a:r>
              <a:rPr lang="en-IN" sz="2800" b="1" dirty="0"/>
              <a:t>Module 3: Ticket Booking System</a:t>
            </a:r>
          </a:p>
          <a:p>
            <a:r>
              <a:rPr lang="en-US" sz="2800" dirty="0"/>
              <a:t>Enables users to view events, select tickets, and complete the booking process.</a:t>
            </a:r>
            <a:endParaRPr lang="en-IN" sz="2800" dirty="0"/>
          </a:p>
          <a:p>
            <a:endParaRPr lang="en-IN" sz="2800" dirty="0"/>
          </a:p>
          <a:p>
            <a:r>
              <a:rPr lang="en-IN" sz="2800" b="1" dirty="0"/>
              <a:t>Module 4: Payment &amp; Confirmation</a:t>
            </a:r>
          </a:p>
          <a:p>
            <a:r>
              <a:rPr lang="en-US" sz="2800" dirty="0"/>
              <a:t>Generates booking confirmation and allows users to receive tickets.</a:t>
            </a:r>
          </a:p>
          <a:p>
            <a:endParaRPr lang="en-US" sz="2800" dirty="0"/>
          </a:p>
          <a:p>
            <a:r>
              <a:rPr lang="en-IN" sz="2800" b="1" dirty="0"/>
              <a:t>Module 5: Notification Module</a:t>
            </a:r>
          </a:p>
          <a:p>
            <a:r>
              <a:rPr lang="en-US" sz="2800" dirty="0"/>
              <a:t>Sends  reminders about upcoming events, booking confirmations through email .</a:t>
            </a:r>
            <a:endParaRPr lang="en-IN" sz="2800" dirty="0"/>
          </a:p>
          <a:p>
            <a:endParaRPr lang="en-IN" sz="2800" b="1" dirty="0"/>
          </a:p>
          <a:p>
            <a:endParaRPr lang="en-IN" sz="2800" b="1" dirty="0"/>
          </a:p>
          <a:p>
            <a:endParaRPr lang="en-IN" sz="2800" b="1" dirty="0"/>
          </a:p>
          <a:p>
            <a:endParaRPr lang="en-IN" sz="2800" b="1"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ADB0E88-94F9-8279-2962-3FB2CD3405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4300" y="2324099"/>
            <a:ext cx="9791700" cy="5229215"/>
          </a:xfrm>
          <a:prstGeom prst="rect">
            <a:avLst/>
          </a:prstGeom>
        </p:spPr>
      </p:pic>
      <p:sp>
        <p:nvSpPr>
          <p:cNvPr id="35" name="TextBox 34">
            <a:extLst>
              <a:ext uri="{FF2B5EF4-FFF2-40B4-BE49-F238E27FC236}">
                <a16:creationId xmlns:a16="http://schemas.microsoft.com/office/drawing/2014/main" id="{9B9B0CD6-69A2-3EE9-8789-DDE949564FB7}"/>
              </a:ext>
            </a:extLst>
          </p:cNvPr>
          <p:cNvSpPr txBox="1"/>
          <p:nvPr/>
        </p:nvSpPr>
        <p:spPr>
          <a:xfrm>
            <a:off x="2438400" y="7760846"/>
            <a:ext cx="13487400" cy="954107"/>
          </a:xfrm>
          <a:prstGeom prst="rect">
            <a:avLst/>
          </a:prstGeom>
          <a:noFill/>
        </p:spPr>
        <p:txBody>
          <a:bodyPr wrap="square">
            <a:spAutoFit/>
          </a:bodyPr>
          <a:lstStyle/>
          <a:p>
            <a:pPr algn="just"/>
            <a:r>
              <a:rPr lang="en-US" sz="2800" dirty="0"/>
              <a:t>This is the booking interface for the National Tech Conclave 2026 organized by the Department of Computer Science, where users can enter their details to secure tickets.</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BBE3B19-69FF-8A1E-CDF4-EB61C16D4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5171" y="2204998"/>
            <a:ext cx="6366892" cy="6320056"/>
          </a:xfrm>
          <a:prstGeom prst="rect">
            <a:avLst/>
          </a:prstGeom>
        </p:spPr>
      </p:pic>
      <p:pic>
        <p:nvPicPr>
          <p:cNvPr id="38" name="Picture 37">
            <a:extLst>
              <a:ext uri="{FF2B5EF4-FFF2-40B4-BE49-F238E27FC236}">
                <a16:creationId xmlns:a16="http://schemas.microsoft.com/office/drawing/2014/main" id="{21A88F04-532F-E7A9-5D57-27E1DF51FA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856" y="2400300"/>
            <a:ext cx="6976563" cy="6124754"/>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9" name="Picture 38">
            <a:extLst>
              <a:ext uri="{FF2B5EF4-FFF2-40B4-BE49-F238E27FC236}">
                <a16:creationId xmlns:a16="http://schemas.microsoft.com/office/drawing/2014/main" id="{A2A98B86-33C9-3C4D-223D-1DD4295257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8476" y="1803305"/>
            <a:ext cx="5847324" cy="5664008"/>
          </a:xfrm>
          <a:prstGeom prst="rect">
            <a:avLst/>
          </a:prstGeom>
        </p:spPr>
      </p:pic>
      <p:sp>
        <p:nvSpPr>
          <p:cNvPr id="42" name="TextBox 41">
            <a:extLst>
              <a:ext uri="{FF2B5EF4-FFF2-40B4-BE49-F238E27FC236}">
                <a16:creationId xmlns:a16="http://schemas.microsoft.com/office/drawing/2014/main" id="{082286FA-B05B-6047-C5E5-8C3809423E34}"/>
              </a:ext>
            </a:extLst>
          </p:cNvPr>
          <p:cNvSpPr txBox="1"/>
          <p:nvPr/>
        </p:nvSpPr>
        <p:spPr>
          <a:xfrm>
            <a:off x="2057400" y="7760846"/>
            <a:ext cx="14871118" cy="523220"/>
          </a:xfrm>
          <a:prstGeom prst="rect">
            <a:avLst/>
          </a:prstGeom>
          <a:noFill/>
        </p:spPr>
        <p:txBody>
          <a:bodyPr wrap="square">
            <a:spAutoFit/>
          </a:bodyPr>
          <a:lstStyle/>
          <a:p>
            <a:r>
              <a:rPr lang="en-US" sz="2800" dirty="0"/>
              <a:t> It displays a successful booking confirmation for the event and sends automated  </a:t>
            </a:r>
            <a:r>
              <a:rPr lang="en-US" sz="2800" dirty="0" err="1"/>
              <a:t>gmail</a:t>
            </a:r>
            <a:r>
              <a:rPr lang="en-US" sz="2800" dirty="0"/>
              <a:t> to the user.</a:t>
            </a:r>
            <a:endParaRPr lang="en-US" dirty="0"/>
          </a:p>
        </p:txBody>
      </p:sp>
      <p:sp>
        <p:nvSpPr>
          <p:cNvPr id="45" name="TextBox 44">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7" name="Picture 46">
            <a:extLst>
              <a:ext uri="{FF2B5EF4-FFF2-40B4-BE49-F238E27FC236}">
                <a16:creationId xmlns:a16="http://schemas.microsoft.com/office/drawing/2014/main" id="{500650C6-7ED8-60D5-8D40-9FE7193C62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6650" y="1982349"/>
            <a:ext cx="6456285" cy="548496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9" name="Picture 38">
            <a:extLst>
              <a:ext uri="{FF2B5EF4-FFF2-40B4-BE49-F238E27FC236}">
                <a16:creationId xmlns:a16="http://schemas.microsoft.com/office/drawing/2014/main" id="{97ED8265-E4C8-28B6-BC38-3ED2448DB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2361475"/>
            <a:ext cx="11560457" cy="5004207"/>
          </a:xfrm>
          <a:prstGeom prst="rect">
            <a:avLst/>
          </a:prstGeom>
        </p:spPr>
      </p:pic>
      <p:sp>
        <p:nvSpPr>
          <p:cNvPr id="41" name="TextBox 40">
            <a:extLst>
              <a:ext uri="{FF2B5EF4-FFF2-40B4-BE49-F238E27FC236}">
                <a16:creationId xmlns:a16="http://schemas.microsoft.com/office/drawing/2014/main" id="{589171B3-0E70-77BF-4A97-870123835430}"/>
              </a:ext>
            </a:extLst>
          </p:cNvPr>
          <p:cNvSpPr txBox="1"/>
          <p:nvPr/>
        </p:nvSpPr>
        <p:spPr>
          <a:xfrm>
            <a:off x="3017520" y="7694593"/>
            <a:ext cx="14211300" cy="954107"/>
          </a:xfrm>
          <a:prstGeom prst="rect">
            <a:avLst/>
          </a:prstGeom>
          <a:noFill/>
        </p:spPr>
        <p:txBody>
          <a:bodyPr wrap="square">
            <a:spAutoFit/>
          </a:bodyPr>
          <a:lstStyle/>
          <a:p>
            <a:r>
              <a:rPr lang="en-US" sz="2800" dirty="0"/>
              <a:t>It confirms the application is working locally, allowing users to access the internal event ticket booking system through the browser</a:t>
            </a:r>
            <a:r>
              <a:rPr lang="en-US" dirty="0"/>
              <a:t>.</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848302"/>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
        <p:nvSpPr>
          <p:cNvPr id="2" name="TextBox 1">
            <a:extLst>
              <a:ext uri="{FF2B5EF4-FFF2-40B4-BE49-F238E27FC236}">
                <a16:creationId xmlns:a16="http://schemas.microsoft.com/office/drawing/2014/main" id="{A83177DF-34AF-881C-BCB8-8B1D28F88137}"/>
              </a:ext>
            </a:extLst>
          </p:cNvPr>
          <p:cNvSpPr txBox="1"/>
          <p:nvPr/>
        </p:nvSpPr>
        <p:spPr>
          <a:xfrm>
            <a:off x="304800" y="2552700"/>
            <a:ext cx="15082325" cy="526297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737</TotalTime>
  <Words>912</Words>
  <Application>Microsoft Office PowerPoint</Application>
  <PresentationFormat>Custom</PresentationFormat>
  <Paragraphs>347</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Times New Roman</vt:lpstr>
      <vt:lpstr>Gotham</vt:lpstr>
      <vt:lpstr>Bookman Old Style</vt:lpstr>
      <vt:lpstr>Calibri</vt:lpstr>
      <vt:lpstr>Gotham Bold Italics</vt:lpstr>
      <vt:lpstr>Wingdings</vt:lpstr>
      <vt:lpstr>Cambria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Revaluri Bindhusree</cp:lastModifiedBy>
  <cp:revision>28</cp:revision>
  <dcterms:created xsi:type="dcterms:W3CDTF">2006-08-16T00:00:00Z</dcterms:created>
  <dcterms:modified xsi:type="dcterms:W3CDTF">2026-05-05T16:12:53Z</dcterms:modified>
  <dc:identifier>DAHCaYqJ9OU</dc:identifier>
</cp:coreProperties>
</file>